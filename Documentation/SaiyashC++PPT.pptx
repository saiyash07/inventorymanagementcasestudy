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2" Type="http://schemas.openxmlformats.org/officeDocument/2006/relationships/slide" Target="slides/slide7.xml"/><Relationship Id="rId9" Type="http://schemas.openxmlformats.org/officeDocument/2006/relationships/slide" Target="slides/slide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aff573c996_1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aff573c996_1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g3ceae2b7c75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" name="Google Shape;65;g3ceae2b7c75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g3ceae2b7c75_0_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" name="Google Shape;71;g3ceae2b7c75_0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g3ceae2b7c75_0_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" name="Google Shape;77;g3ceae2b7c75_0_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g3ceae2b7c75_0_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5" name="Google Shape;85;g3ceae2b7c75_0_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g3aff573c996_1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" name="Google Shape;91;g3aff573c996_1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A81B50"/>
        </a:solidFill>
      </p:bgPr>
    </p:bg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25000" lnSpcReduction="20000"/>
          </a:bodyPr>
          <a:lstStyle/>
          <a:p>
            <a:pPr indent="0" lvl="0" marL="0" rtl="0" algn="ctr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75"/>
              <a:buFont typeface="Arial"/>
              <a:buNone/>
            </a:pPr>
            <a:r>
              <a:rPr b="1" lang="en-GB" sz="6853">
                <a:solidFill>
                  <a:schemeClr val="lt1"/>
                </a:solidFill>
              </a:rPr>
              <a:t>Inventory Management System</a:t>
            </a:r>
            <a:endParaRPr b="1" sz="6853">
              <a:solidFill>
                <a:schemeClr val="lt1"/>
              </a:solidFill>
            </a:endParaRPr>
          </a:p>
          <a:p>
            <a:pPr indent="0" lvl="0" marL="0" rtl="0" algn="ctr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chemeClr val="lt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4463">
                <a:solidFill>
                  <a:schemeClr val="lt1"/>
                </a:solidFill>
              </a:rPr>
              <a:t>B</a:t>
            </a:r>
            <a:r>
              <a:rPr b="1" lang="en-GB" sz="4463">
                <a:solidFill>
                  <a:schemeClr val="lt1"/>
                </a:solidFill>
              </a:rPr>
              <a:t>y Saiyash Poojari</a:t>
            </a:r>
            <a:endParaRPr b="1" sz="4463">
              <a:solidFill>
                <a:schemeClr val="lt1"/>
              </a:solidFill>
            </a:endParaRPr>
          </a:p>
        </p:txBody>
      </p:sp>
      <p:pic>
        <p:nvPicPr>
          <p:cNvPr id="55" name="Google Shape;55;p13" title="download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62238" y="942350"/>
            <a:ext cx="3819525" cy="12001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solidFill>
                  <a:srgbClr val="A81B50"/>
                </a:solidFill>
              </a:rPr>
              <a:t>Index</a:t>
            </a:r>
            <a:endParaRPr b="1">
              <a:solidFill>
                <a:srgbClr val="A81B50"/>
              </a:solidFill>
            </a:endParaRPr>
          </a:p>
        </p:txBody>
      </p:sp>
      <p:sp>
        <p:nvSpPr>
          <p:cNvPr id="61" name="Google Shape;61;p1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-GB"/>
              <a:t>Problem Statement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-GB"/>
              <a:t>Your solution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-GB"/>
              <a:t>Working (Method/</a:t>
            </a:r>
            <a:r>
              <a:rPr lang="en-GB"/>
              <a:t>Mind map</a:t>
            </a:r>
            <a:r>
              <a:rPr lang="en-GB"/>
              <a:t>)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-GB"/>
              <a:t>Conclusion.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-GB" sz="1000"/>
              <a:t>Note: Slides (excluding Thank-you and Introduction slide) should not be more than 4.</a:t>
            </a:r>
            <a:endParaRPr sz="1000"/>
          </a:p>
        </p:txBody>
      </p:sp>
      <p:pic>
        <p:nvPicPr>
          <p:cNvPr id="62" name="Google Shape;62;p14" title="images.jpe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914199" y="3992274"/>
            <a:ext cx="918100" cy="918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15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ct val="47826"/>
              <a:buFont typeface="Arial"/>
              <a:buNone/>
            </a:pPr>
            <a:r>
              <a:rPr b="1" lang="en-GB" sz="2300"/>
              <a:t>Problem Statement</a:t>
            </a:r>
            <a:endParaRPr b="1" sz="2300"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" name="Google Shape;68;p1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1300">
                <a:solidFill>
                  <a:schemeClr val="dk1"/>
                </a:solidFill>
              </a:rPr>
              <a:t>Inventory Management System (C++)</a:t>
            </a:r>
            <a:endParaRPr b="1" sz="13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300">
                <a:solidFill>
                  <a:schemeClr val="dk1"/>
                </a:solidFill>
              </a:rPr>
              <a:t>Many small businesses and stores manage inventory manually, which can lead to errors, incorrect stock tracking, and difficulty managing product information.</a:t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300">
                <a:solidFill>
                  <a:schemeClr val="dk1"/>
                </a:solidFill>
              </a:rPr>
              <a:t>Problems with manual inventory management:</a:t>
            </a:r>
            <a:endParaRPr sz="1300">
              <a:solidFill>
                <a:schemeClr val="dk1"/>
              </a:solidFill>
            </a:endParaRPr>
          </a:p>
          <a:p>
            <a:pPr indent="-31115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lang="en-GB" sz="1300">
                <a:solidFill>
                  <a:schemeClr val="dk1"/>
                </a:solidFill>
              </a:rPr>
              <a:t>Difficult to track product quantity</a:t>
            </a:r>
            <a:endParaRPr sz="1300">
              <a:solidFill>
                <a:schemeClr val="dk1"/>
              </a:solidFill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lang="en-GB" sz="1300">
                <a:solidFill>
                  <a:schemeClr val="dk1"/>
                </a:solidFill>
              </a:rPr>
              <a:t>Chances of human error</a:t>
            </a:r>
            <a:endParaRPr sz="1300">
              <a:solidFill>
                <a:schemeClr val="dk1"/>
              </a:solidFill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lang="en-GB" sz="1300">
                <a:solidFill>
                  <a:schemeClr val="dk1"/>
                </a:solidFill>
              </a:rPr>
              <a:t>Time-consuming stock updates</a:t>
            </a:r>
            <a:endParaRPr sz="1300">
              <a:solidFill>
                <a:schemeClr val="dk1"/>
              </a:solidFill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lang="en-GB" sz="1300">
                <a:solidFill>
                  <a:schemeClr val="dk1"/>
                </a:solidFill>
              </a:rPr>
              <a:t>Hard to monitor total inventory value</a:t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300">
                <a:solidFill>
                  <a:schemeClr val="dk1"/>
                </a:solidFill>
              </a:rPr>
              <a:t>Therefore, a </a:t>
            </a:r>
            <a:r>
              <a:rPr b="1" lang="en-GB" sz="1300">
                <a:solidFill>
                  <a:schemeClr val="dk1"/>
                </a:solidFill>
              </a:rPr>
              <a:t>simple Inventory Management System</a:t>
            </a:r>
            <a:r>
              <a:rPr lang="en-GB" sz="1300">
                <a:solidFill>
                  <a:schemeClr val="dk1"/>
                </a:solidFill>
              </a:rPr>
              <a:t> is needed to manage products, update stock, and display inventory efficiently.</a:t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2400"/>
              </a:spcBef>
              <a:spcAft>
                <a:spcPts val="6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2300"/>
              <a:t>Your Solution</a:t>
            </a:r>
            <a:endParaRPr/>
          </a:p>
        </p:txBody>
      </p:sp>
      <p:sp>
        <p:nvSpPr>
          <p:cNvPr id="74" name="Google Shape;74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018"/>
              <a:buFont typeface="Arial"/>
              <a:buNone/>
            </a:pPr>
            <a:r>
              <a:rPr lang="en-GB" sz="1217">
                <a:solidFill>
                  <a:schemeClr val="dk1"/>
                </a:solidFill>
              </a:rPr>
              <a:t>To solve this problem, we developed a </a:t>
            </a:r>
            <a:r>
              <a:rPr b="1" lang="en-GB" sz="1217">
                <a:solidFill>
                  <a:schemeClr val="dk1"/>
                </a:solidFill>
              </a:rPr>
              <a:t>menu-driven Inventory Management System using C++</a:t>
            </a:r>
            <a:r>
              <a:rPr lang="en-GB" sz="1217">
                <a:solidFill>
                  <a:schemeClr val="dk1"/>
                </a:solidFill>
              </a:rPr>
              <a:t>.</a:t>
            </a:r>
            <a:endParaRPr sz="1217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018"/>
              <a:buFont typeface="Arial"/>
              <a:buNone/>
            </a:pPr>
            <a:r>
              <a:rPr lang="en-GB" sz="1217">
                <a:solidFill>
                  <a:schemeClr val="dk1"/>
                </a:solidFill>
              </a:rPr>
              <a:t>The system allows users to:</a:t>
            </a:r>
            <a:endParaRPr sz="1217">
              <a:solidFill>
                <a:schemeClr val="dk1"/>
              </a:solidFill>
            </a:endParaRPr>
          </a:p>
          <a:p>
            <a:pPr indent="-305911" lvl="0" marL="45720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218"/>
              <a:buChar char="●"/>
            </a:pPr>
            <a:r>
              <a:rPr lang="en-GB" sz="1217">
                <a:solidFill>
                  <a:schemeClr val="dk1"/>
                </a:solidFill>
              </a:rPr>
              <a:t>Add new products</a:t>
            </a:r>
            <a:endParaRPr sz="1217">
              <a:solidFill>
                <a:schemeClr val="dk1"/>
              </a:solidFill>
            </a:endParaRPr>
          </a:p>
          <a:p>
            <a:pPr indent="-305911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18"/>
              <a:buChar char="●"/>
            </a:pPr>
            <a:r>
              <a:rPr lang="en-GB" sz="1217">
                <a:solidFill>
                  <a:schemeClr val="dk1"/>
                </a:solidFill>
              </a:rPr>
              <a:t>Update stock quantities</a:t>
            </a:r>
            <a:endParaRPr sz="1217">
              <a:solidFill>
                <a:schemeClr val="dk1"/>
              </a:solidFill>
            </a:endParaRPr>
          </a:p>
          <a:p>
            <a:pPr indent="-305911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18"/>
              <a:buChar char="●"/>
            </a:pPr>
            <a:r>
              <a:rPr lang="en-GB" sz="1217">
                <a:solidFill>
                  <a:schemeClr val="dk1"/>
                </a:solidFill>
              </a:rPr>
              <a:t>View inventory details</a:t>
            </a:r>
            <a:endParaRPr sz="1217">
              <a:solidFill>
                <a:schemeClr val="dk1"/>
              </a:solidFill>
            </a:endParaRPr>
          </a:p>
          <a:p>
            <a:pPr indent="-305911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18"/>
              <a:buChar char="●"/>
            </a:pPr>
            <a:r>
              <a:rPr lang="en-GB" sz="1217">
                <a:solidFill>
                  <a:schemeClr val="dk1"/>
                </a:solidFill>
              </a:rPr>
              <a:t>Calculate total inventory value</a:t>
            </a:r>
            <a:endParaRPr sz="1217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018"/>
              <a:buFont typeface="Arial"/>
              <a:buNone/>
            </a:pPr>
            <a:r>
              <a:rPr lang="en-GB" sz="1217">
                <a:solidFill>
                  <a:schemeClr val="dk1"/>
                </a:solidFill>
              </a:rPr>
              <a:t>Technologies and concepts used:</a:t>
            </a:r>
            <a:endParaRPr sz="1217">
              <a:solidFill>
                <a:schemeClr val="dk1"/>
              </a:solidFill>
            </a:endParaRPr>
          </a:p>
          <a:p>
            <a:pPr indent="-305911" lvl="0" marL="45720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218"/>
              <a:buChar char="●"/>
            </a:pPr>
            <a:r>
              <a:rPr lang="en-GB" sz="1217">
                <a:solidFill>
                  <a:schemeClr val="dk1"/>
                </a:solidFill>
              </a:rPr>
              <a:t>C++ programming language</a:t>
            </a:r>
            <a:endParaRPr sz="1217">
              <a:solidFill>
                <a:schemeClr val="dk1"/>
              </a:solidFill>
            </a:endParaRPr>
          </a:p>
          <a:p>
            <a:pPr indent="-305911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18"/>
              <a:buChar char="●"/>
            </a:pPr>
            <a:r>
              <a:rPr lang="en-GB" sz="1217">
                <a:solidFill>
                  <a:schemeClr val="dk1"/>
                </a:solidFill>
              </a:rPr>
              <a:t>Structures for product data</a:t>
            </a:r>
            <a:endParaRPr sz="1217">
              <a:solidFill>
                <a:schemeClr val="dk1"/>
              </a:solidFill>
            </a:endParaRPr>
          </a:p>
          <a:p>
            <a:pPr indent="-305911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18"/>
              <a:buChar char="●"/>
            </a:pPr>
            <a:r>
              <a:rPr lang="en-GB" sz="1217">
                <a:solidFill>
                  <a:schemeClr val="dk1"/>
                </a:solidFill>
              </a:rPr>
              <a:t>Arrays to store multiple products</a:t>
            </a:r>
            <a:endParaRPr sz="1217">
              <a:solidFill>
                <a:schemeClr val="dk1"/>
              </a:solidFill>
            </a:endParaRPr>
          </a:p>
          <a:p>
            <a:pPr indent="-305911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18"/>
              <a:buChar char="●"/>
            </a:pPr>
            <a:r>
              <a:rPr lang="en-GB" sz="1217">
                <a:solidFill>
                  <a:schemeClr val="dk1"/>
                </a:solidFill>
              </a:rPr>
              <a:t>Loops and conditional statements</a:t>
            </a:r>
            <a:endParaRPr sz="1217">
              <a:solidFill>
                <a:schemeClr val="dk1"/>
              </a:solidFill>
            </a:endParaRPr>
          </a:p>
          <a:p>
            <a:pPr indent="-305911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18"/>
              <a:buChar char="●"/>
            </a:pPr>
            <a:r>
              <a:rPr lang="en-GB" sz="1217">
                <a:solidFill>
                  <a:schemeClr val="dk1"/>
                </a:solidFill>
              </a:rPr>
              <a:t>Menu-driven console interface</a:t>
            </a:r>
            <a:endParaRPr sz="1217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018"/>
              <a:buFont typeface="Arial"/>
              <a:buNone/>
            </a:pPr>
            <a:r>
              <a:rPr lang="en-GB" sz="1217">
                <a:solidFill>
                  <a:schemeClr val="dk1"/>
                </a:solidFill>
              </a:rPr>
              <a:t>This system improves </a:t>
            </a:r>
            <a:r>
              <a:rPr b="1" lang="en-GB" sz="1217">
                <a:solidFill>
                  <a:schemeClr val="dk1"/>
                </a:solidFill>
              </a:rPr>
              <a:t>accuracy, efficiency, and inventory tracking</a:t>
            </a:r>
            <a:r>
              <a:rPr lang="en-GB" sz="1217">
                <a:solidFill>
                  <a:schemeClr val="dk1"/>
                </a:solidFill>
              </a:rPr>
              <a:t>.</a:t>
            </a:r>
            <a:endParaRPr sz="1217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1200"/>
              </a:spcAft>
              <a:buSzPts val="1018"/>
              <a:buNone/>
            </a:pPr>
            <a:r>
              <a:t/>
            </a:r>
            <a:endParaRPr sz="1865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Working (Mind Map)</a:t>
            </a:r>
            <a:endParaRPr/>
          </a:p>
        </p:txBody>
      </p:sp>
      <p:sp>
        <p:nvSpPr>
          <p:cNvPr id="80" name="Google Shape;80;p1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81" name="Google Shape;81;p17" title="Inventory Management System Flowchart (C++)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2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82" name="Google Shape;82;p17"/>
          <p:cNvSpPr txBox="1"/>
          <p:nvPr/>
        </p:nvSpPr>
        <p:spPr>
          <a:xfrm>
            <a:off x="73975" y="83225"/>
            <a:ext cx="53265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2"/>
                </a:solidFill>
              </a:rPr>
              <a:t>Working (Mind Map)</a:t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2400"/>
              </a:spcBef>
              <a:spcAft>
                <a:spcPts val="6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2300"/>
              <a:t>Conclusion</a:t>
            </a:r>
            <a:endParaRPr/>
          </a:p>
        </p:txBody>
      </p:sp>
      <p:sp>
        <p:nvSpPr>
          <p:cNvPr id="88" name="Google Shape;88;p1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300">
                <a:solidFill>
                  <a:schemeClr val="dk1"/>
                </a:solidFill>
              </a:rPr>
              <a:t>The Inventory Management System successfully demonstrates how </a:t>
            </a:r>
            <a:r>
              <a:rPr b="1" lang="en-GB" sz="1300">
                <a:solidFill>
                  <a:schemeClr val="dk1"/>
                </a:solidFill>
              </a:rPr>
              <a:t>basic C++ programming concepts</a:t>
            </a:r>
            <a:r>
              <a:rPr lang="en-GB" sz="1300">
                <a:solidFill>
                  <a:schemeClr val="dk1"/>
                </a:solidFill>
              </a:rPr>
              <a:t> can be used to build a practical application.</a:t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300">
                <a:solidFill>
                  <a:schemeClr val="dk1"/>
                </a:solidFill>
              </a:rPr>
              <a:t>Achievements of the system:</a:t>
            </a:r>
            <a:endParaRPr sz="1300">
              <a:solidFill>
                <a:schemeClr val="dk1"/>
              </a:solidFill>
            </a:endParaRPr>
          </a:p>
          <a:p>
            <a:pPr indent="-31115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lang="en-GB" sz="1300">
                <a:solidFill>
                  <a:schemeClr val="dk1"/>
                </a:solidFill>
              </a:rPr>
              <a:t>Efficient product management</a:t>
            </a:r>
            <a:endParaRPr sz="1300">
              <a:solidFill>
                <a:schemeClr val="dk1"/>
              </a:solidFill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lang="en-GB" sz="1300">
                <a:solidFill>
                  <a:schemeClr val="dk1"/>
                </a:solidFill>
              </a:rPr>
              <a:t>Accurate stock updates</a:t>
            </a:r>
            <a:endParaRPr sz="1300">
              <a:solidFill>
                <a:schemeClr val="dk1"/>
              </a:solidFill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lang="en-GB" sz="1300">
                <a:solidFill>
                  <a:schemeClr val="dk1"/>
                </a:solidFill>
              </a:rPr>
              <a:t>Organized inventory data</a:t>
            </a:r>
            <a:endParaRPr sz="1300">
              <a:solidFill>
                <a:schemeClr val="dk1"/>
              </a:solidFill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lang="en-GB" sz="1300">
                <a:solidFill>
                  <a:schemeClr val="dk1"/>
                </a:solidFill>
              </a:rPr>
              <a:t>Calculation of total inventory value</a:t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300">
                <a:solidFill>
                  <a:schemeClr val="dk1"/>
                </a:solidFill>
              </a:rPr>
              <a:t>This project provides a </a:t>
            </a:r>
            <a:r>
              <a:rPr b="1" lang="en-GB" sz="1300">
                <a:solidFill>
                  <a:schemeClr val="dk1"/>
                </a:solidFill>
              </a:rPr>
              <a:t>foundation for more advanced systems</a:t>
            </a:r>
            <a:r>
              <a:rPr lang="en-GB" sz="1300">
                <a:solidFill>
                  <a:schemeClr val="dk1"/>
                </a:solidFill>
              </a:rPr>
              <a:t>, such as database-based inventory management or graphical user interface applications.</a:t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A81B50"/>
        </a:solidFill>
      </p:bgPr>
    </p:bg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9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solidFill>
                  <a:schemeClr val="lt1"/>
                </a:solidFill>
              </a:rPr>
              <a:t>Thank You</a:t>
            </a:r>
            <a:endParaRPr b="1">
              <a:solidFill>
                <a:schemeClr val="lt1"/>
              </a:solidFill>
            </a:endParaRPr>
          </a:p>
        </p:txBody>
      </p:sp>
      <p:pic>
        <p:nvPicPr>
          <p:cNvPr id="94" name="Google Shape;94;p19" title="download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62238" y="942350"/>
            <a:ext cx="3819525" cy="12001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